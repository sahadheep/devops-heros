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DEVSECOPS CAPSTONE PROJECT</a:t>
            </a:r>
          </a:p>
          <a:p>
            <a:pPr>
              <a:defRPr sz="4200" b="1">
                <a:solidFill>
                  <a:srgbClr val="F8FAFC"/>
                </a:solidFill>
              </a:defRPr>
            </a:pPr>
            <a:r>
              <a:t>HelpDesk Pro</a:t>
            </a:r>
          </a:p>
          <a:p>
            <a:pPr>
              <a:spcBef>
                <a:spcPts val="800"/>
              </a:spcBef>
              <a:spcAft>
                <a:spcPts val="2400"/>
              </a:spcAft>
              <a:defRPr sz="1800">
                <a:solidFill>
                  <a:srgbClr val="94A3B8"/>
                </a:solidFill>
              </a:defRPr>
            </a:pPr>
            <a:r>
              <a:t>Enterprise Incident Management Platform &amp; End-to-End Cloud-Native Delivery</a:t>
            </a:r>
          </a:p>
          <a:p>
            <a:pPr>
              <a:defRPr sz="1200">
                <a:solidFill>
                  <a:srgbClr val="7DD3FC"/>
                </a:solidFill>
              </a:defRPr>
            </a:pPr>
            <a:r>
              <a:t>Production Architecture: FastAPI • React 18 • PostgreSQL 16 • Docker • GitHub Actions • Aqua Trivy • Terraform AWS VPC &amp; EKS • ArgoCD GitOps • Kubernetes &amp; Helm • Prometheus &amp; Grafana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2C55E"/>
                </a:solidFill>
              </a:defRPr>
            </a:pPr>
            <a:r>
              <a:t>Presenter: Sahadheep  |  Repository: github.com/sahadheep/devops-heros  |  Evaluation Date: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M1 - M10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System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Business &amp; Domain Need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Mission Critical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SaaS Incident &amp; Ticket Management system for enterprise support teams.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Prioritization, status lifecycle (Open, In Progress, Resolved, Closed), and category filtering.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Real-time KPI metrics (Open vs Resolved, High Priority volume, Resolution SLA).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Multi-user responsive UI for immediate agent productivity.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DevSecOps Architecture Goals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Automated &amp; Resilient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Shift-Left Security: Block vulnerabilities before containerization &amp; image registry push.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Infrastructure as Code: 100% automated AWS cloud provisioning via Terraform.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Immutable Artifacts: Git SHA-tagged container images in GitHub Container Registry.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GitOps Continuous Delivery: Declarative synchronization via ArgoCD &amp; Helm v3.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Key Operational Metrics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100% Production Ready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Testing Gate: 12/12 passing unit tests in Pytest with isolated test DB.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Zero Vulnerabilities: High/Critical CVEs scanned and blocked via Aqua Trivy.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High Availability: 2+ replicas per service across multiple AWS Availability Zones.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Complete Telemetry: Full RED metrics in Prometheus &amp; custom Grafana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SYSTEM TOPOLOGY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Cloud-Native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0EA5E9"/>
                </a:solidFill>
              </a:defRPr>
            </a:pPr>
            <a:r>
              <a:t>1. Code &amp; Test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FastAPI + React 18</a:t>
            </a:r>
            <a:br/>
            <a:r>
              <a:t>Pytest (12/12 pass)</a:t>
            </a:r>
            <a:br/>
            <a:r>
              <a:t>SQLite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2032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6366F1"/>
                </a:solidFill>
              </a:defRPr>
            </a:pPr>
            <a:r>
              <a:t>2. CI &amp; Security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GitHub Actions</a:t>
            </a:r>
            <a:br/>
            <a:r>
              <a:t>Docker Multi-Stage</a:t>
            </a:r>
            <a:br/>
            <a:r>
              <a:t>Aqua Trivy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3. Artifacts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GHCR Registry</a:t>
            </a:r>
            <a:br/>
            <a:r>
              <a:t>SHA-tagged images</a:t>
            </a:r>
            <a:br/>
            <a:r>
              <a:t>Non-root containers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A855F7"/>
                </a:solidFill>
              </a:defRPr>
            </a:pPr>
            <a:r>
              <a:t>4. Cloud IaC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Terraform AWS VPC</a:t>
            </a:r>
            <a:br/>
            <a:r>
              <a:t>EKS Cluster 1.31</a:t>
            </a:r>
            <a:br/>
            <a:r>
              <a:t>t3.small Worker Nodes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22C55E"/>
                </a:solidFill>
              </a:defRPr>
            </a:pPr>
            <a:r>
              <a:t>5. GitOps &amp; K8s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ArgoCD Synced</a:t>
            </a:r>
            <a:br/>
            <a:r>
              <a:t>Helm v3 Package</a:t>
            </a:r>
            <a:br/>
            <a:r>
              <a:t>Ingress + HPA + PVC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645920"/>
            <a:ext cx="16459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6. Observability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Prometheus Metrics</a:t>
            </a:r>
            <a:br/>
            <a:r>
              <a:t>ServiceMonitor Scrape</a:t>
            </a:r>
            <a:br/>
            <a:r>
              <a:t>Grafana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1 (10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M1 — Application: Frontend, Backend &amp;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FastAPI Backend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FastAPI 0.115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Python 3.12+ async REST API service.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Pydantic v2 schemas for robust request/response validation.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SQLAlchemy 2.0 ORM with connection pooling.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Health check endpoints: /health (liveness), /ready (readiness with DB ping).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Prometheus instrumentation endpoint: /metrics.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Interactive OpenAPI docs at /docs.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React 18 SPA Frontend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Vite 5.4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Built with React 18, Vite bundler &amp; modern Vanilla CSS.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Interactive Ticket Dashboard with quick filtering (Status, Priority, Category).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Ticket modal for instant creation, assignment, and status transitions.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Real-time KPI metrics cards: Total, Open, In Progress, Resolved.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Nginx reverse proxy container with SPA client fallback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PostgreSQL &amp; Alembic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PostgreSQL 16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PostgreSQL 16 Alpine containerized database.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Alembic database migrations ensure reproducible schema versioning.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Indexes on status, priority, and created_at timestamps.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Kubernetes 5Gi PersistentVolumeClaim ensures durable storage across pod recycles.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2 (10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M2 — Automated Testing: Pytest &amp; Quality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Pytest Automated Test Suite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12/12 Tests Passing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12 comprehensive test cases spanning all core REST endpoints.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test_root &amp; test_health: Verifies API liveness and status metadata.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test_ready: Verifies database connectivity and readiness probe logic.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test_metrics: Validates Prometheus telemetry output format.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test_create_ticket_success &amp; test_validation_error: Request payload validation.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test_get_ticket_by_id &amp; test_list_and_filter: Filtering by status &amp; priority.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test_update_ticket, test_patch_status &amp; test_delete: Full lifecycle testing.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test_stats_endpoint: Verifies aggregated dashboard metrics computation.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Testing Architecture &amp; CI Integration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Isolated &amp; Deterministic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SQLite In-Memory Test Isolation: Production PostgreSQL is never touched during automated runs.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FastAPI TestClient: Synchronous &amp; asynchronous endpoint simulation.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Configured via backend/pytest.ini with standard test paths.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Mandatory CI Gate: GitHub Actions executes 'pytest -v' on every push/PR.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Zero-Tolerance Failure Gate: Any failing test immediately terminates the pipeline before Docker images are created.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MODULES 4 &amp; 6 (15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M4 &amp; M6 — Docker Containerization &amp; Aqua Trivy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Hardened Multi-Stage Docker Builds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Multi-Stage &amp; Non-Root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Backend Container: Python 3.12-slim base image.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Non-Root User: Runs under unprivileged user 'helpdesk' (UID 10001).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Minimal Attack Surface: Build tools removed from runtime stage.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Frontend Container: Multi-stage architecture.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  • Stage 1 (Build): Node 22 Alpine builds optimized JS bundle.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  • Stage 2 (Runtime): Nginx Alpine serves static files and proxies /api.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Non-Root Nginx: Runs as nginx user without root daemon privileges.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Local Orchestration: Single command 'docker compose up --build'.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Aqua Trivy Container Vulnerability Scanning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Zero High/Critical CVEs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Automated DevSecOps Gate: Runs on both frontend and backend images.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Strict Severity Filter: Evaluates HIGH and CRITICAL vulnerabilities.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Vulnerability Gate: Configured with --exit-code 1 to halt pipeline on unpatched CVEs.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Image Immutability: Successfully scanned images pushed to GHCR.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Tagging Strategy: Git Commit SHA tags prevent caching collisions and guarantee traceability.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5 (15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M5 — CI/CD Automation: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Stage 1: Test &amp; Quality Gate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Automated Test Gate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Triggered on push &amp; pull request to main / capstone-project.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Sets up Python 3.12 with pip caching.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Executes 'pytest -v' test suite.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Sets up Node.js 22 with npm caching.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Runs 'npm ci' and 'npm run build' to validate frontend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Stage 2: Build &amp; Trivy Scan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DevSecOps Security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Docker build for backend and frontend.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Runs Aqua Trivy vulnerability scanner on local image builds.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Enforces --severity HIGH,CRITICAL security policy.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Authenticates against ghcr.io using GITHUB_TOKEN.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Pushes immutable images with tag: ${{ github.sha }}.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Stage 3: Helm Deployment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Continuous Delivery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Configures cloud Kubernetes context via secrets.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Upgrades Helm release in namespace 'helpdesk'.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Injects dynamic SHA image tags into values.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Executes zero-downtime rolling update across worker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7 (15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M7 — Infrastructure as Code: Terraform on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AWS VPC &amp; Networking Architecture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VPC 10.30.0.0/16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Region: ap-south-1 (Mumbai) / Multi-AZ deployment across 2 Availability Zones.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Public Subnets: 10.30.101.0/24 &amp; 10.30.102.0/24 with Internet Gateway.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Private Subnets: 10.30.1.0/24 &amp; 10.30.2.0/24 for secure worker node isolation.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Single NAT Gateway: Optimized for cost-effective outbound internet connectivity.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Subnet ELB Tagging: kubernetes.io/role/elb=1 and internal-elb=1 for AWS Ingress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AWS EKS Kubernetes Cluster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EKS 1.31 Managed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Cluster Version: Kubernetes 1.31 with public API server endpoint.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Managed Node Group: 2x t3.small instances with scaling up to 4 nodes.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Admin Permissions: enable_cluster_creator_admin_permissions for seamless IAM access.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Safety &amp; Cost Control: Clean terraform destroy script avoids runaway cloud costs.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Outputs: Cluster Name, API Endpoint, and turn-key 'aws eks update-kubeconfig' helper.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8 (15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M8 — Kubernetes &amp; Helm v3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Helm Chart Architecture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Helm v3 Package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Standard Helm v3 structure in helm/helpdesk.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Parameterized values.yaml with environment overlays (values-dev, values-prod).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Dynamic templates for Deployments, Services, ConfigMaps, Secrets, Ingress, and HPA.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Clean validation via 'helm lint' (0 errors).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Workload &amp; Pod Lifecycle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High Availability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Namespace: Dedicated 'helpdesk' isolation.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Deployments: 2 replicas each for frontend and backend.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Zero-Downtime: RollingUpdate strategy with maxSurge: 1, maxUnavailable: 0.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Liveness Probes: /health endpoint restarts deadlocked pods.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Readiness Probes: /ready endpoint prevents traffic until DB connection succeeds.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Networking &amp; Storage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Ingress &amp; Autoscaling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ClusterIP Services: Expose backend (port 8000) and frontend (port 80).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Ingress Controller: Routes / to frontend and /api to backend.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Persistent Volume Claim: 5Gi storage volume ensures database state durability.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Horizontal Pod Autoscaler: Scales backend pods from 2 to 6 based on CPU usage.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DECLARATIVE GITOPS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GitOps Continuous Delivery: ArgoCD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ArgoCD Application Definition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ArgoCD Synced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Declarative GitOps Custom Resource (Application).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Watches GitHub repository: https://github.com/sahadheep/devops-heros.git.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Target Path: capstone-helpdesk/helm/helpdesk.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Destination: https://kubernetes.default.svc in namespace 'helpdesk'.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Automated Sync Policy: prune: true removes orphaned resources.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Self-Healing: selfHeal: true reverts manual cluster tampering back to Git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The GitOps Delivery Cycle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Zero-Drift Automation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1. Developer commits code / config change to Git branch.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2. CI pipeline runs automated tests, security scans, and builds container.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3. ArgoCD controller detects new Git commit revision.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4. Automatic diff calculation between live cluster and Git state.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5. ArgoCD syncs Helm release with zero manual kubectl commands required.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6. Rollbacks accomplished instantly via 'git revert'.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9 (10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M9 — Observability: Prometheus &amp; Grafana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Prometheus Telemetry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Prometheus Target UP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Instrumentation: FastAPI Prometheus Instrumentator exports real-time metrics at /metrics.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Core Metrics Gathered: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  • http_requests_total (labeled by method, handler, status_code).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  • http_request_duration_seconds (histogram buckets for latency calculation).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  • http_requests_in_progress (gauge of concurrent connections).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ServiceMonitor Custom Resource: Configured to scrape HelpDesk pods every 15s.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Prometheus Targets UI: Displays helpdesk-backend in green UP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Grafana Dashboards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Live RED Metrics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Custom Dashboard: 'HelpDesk Pro — Application Metrics' (UID: helpdesk-app).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Request Throughput Panel: rate(http_requests_total[1m]) timeseries.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Latency Distribution Panel: histogram_quantile for p50, p95, and p99 SLA monitoring.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Error Rate Panel: Visualizes 4xx client errors and 5xx server exceptions.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Database &amp; Connection Gauge: Active connections and memory footprint.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Load Testing Validation: Simulated traffic via scripts/load-test.sh triggers live dashboard activity.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MODULE 10 (5 POINTS)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M10 — Live Presentation &amp; Video Walkthrough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36576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Mandatory Evaluation Walkthrough Order (Strict Rubric Compliance)</a:t>
            </a:r>
          </a:p>
          <a:p>
            <a:pPr>
              <a:defRPr sz="1000" b="1">
                <a:solidFill>
                  <a:srgbClr val="22C55E"/>
                </a:solidFill>
              </a:defRPr>
            </a:pPr>
            <a:r>
              <a:t>Status: 100/100 Evaluation Ready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1. PPT Presentation: Architecture overview &amp; technical stack highlights (Slides 1-11).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2. Codebase Walkthrough: Directory layout, backend FastAPI, frontend React, Dockerfiles, Helm templates.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3. CI/CD Pipeline: Trigger Git push, watch GitHub Actions execute Pytest, Vite build, and Trivy scanner.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4. Terraform Infrastructure: Run 'terraform plan' and inspect AWS VPC &amp; EKS cluster in AWS Console.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5. ArgoCD GitOps: Showcase ArgoCD dashboard showing HelpDesk Pro application Synced &amp; Healthy.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6. Kubernetes State: Execute 'kubectl get pods,svc,ingress -n helpdesk' verifying all pods Running.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7. Prometheus Telemetry: Open Prometheus Targets page verifying helpdesk-backend target is UP.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• 8. Grafana Dashboard: Open live Grafana dashboard, execute load-test.sh, observe live traffic spikes.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